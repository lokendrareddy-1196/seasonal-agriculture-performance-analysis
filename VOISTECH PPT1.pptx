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9C0C6F-C3C1-4043-81BD-9DB4642B247A}" v="246" dt="2026-09-08T09:58:44.20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109" d="100"/>
          <a:sy n="109" d="100"/>
        </p:scale>
        <p:origin x="78" y="8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 kumar" userId="732ecbd11342b806" providerId="LiveId" clId="{980E1360-033C-4367-BCCA-F73E405BF0BB}"/>
    <pc:docChg chg="undo custSel modSld">
      <pc:chgData name="Manoj kumar" userId="732ecbd11342b806" providerId="LiveId" clId="{980E1360-033C-4367-BCCA-F73E405BF0BB}" dt="2026-09-08T09:58:44.208" v="361" actId="113"/>
      <pc:docMkLst>
        <pc:docMk/>
      </pc:docMkLst>
      <pc:sldChg chg="delSp modSp mod modAnim">
        <pc:chgData name="Manoj kumar" userId="732ecbd11342b806" providerId="LiveId" clId="{980E1360-033C-4367-BCCA-F73E405BF0BB}" dt="2026-09-08T09:57:27.475" v="327" actId="20577"/>
        <pc:sldMkLst>
          <pc:docMk/>
          <pc:sldMk cId="1341901065" sldId="302"/>
        </pc:sldMkLst>
        <pc:spChg chg="mod">
          <ac:chgData name="Manoj kumar" userId="732ecbd11342b806" providerId="LiveId" clId="{980E1360-033C-4367-BCCA-F73E405BF0BB}" dt="2026-09-08T09:57:27.475" v="327" actId="20577"/>
          <ac:spMkLst>
            <pc:docMk/>
            <pc:sldMk cId="1341901065" sldId="302"/>
            <ac:spMk id="7" creationId="{B21C28F5-3CA3-4B78-B5C9-550C00BB3174}"/>
          </ac:spMkLst>
        </pc:spChg>
        <pc:picChg chg="del">
          <ac:chgData name="Manoj kumar" userId="732ecbd11342b806" providerId="LiveId" clId="{980E1360-033C-4367-BCCA-F73E405BF0BB}" dt="2026-09-08T09:30:27.122" v="177" actId="478"/>
          <ac:picMkLst>
            <pc:docMk/>
            <pc:sldMk cId="1341901065" sldId="302"/>
            <ac:picMk id="2" creationId="{F1FC3E39-8C60-4F64-9838-2A683F25B8C4}"/>
          </ac:picMkLst>
        </pc:picChg>
      </pc:sldChg>
      <pc:sldChg chg="addSp delSp modSp mod modClrScheme modAnim chgLayout">
        <pc:chgData name="Manoj kumar" userId="732ecbd11342b806" providerId="LiveId" clId="{980E1360-033C-4367-BCCA-F73E405BF0BB}" dt="2026-09-08T09:56:09.527" v="289" actId="27636"/>
        <pc:sldMkLst>
          <pc:docMk/>
          <pc:sldMk cId="3696770303" sldId="315"/>
        </pc:sldMkLst>
        <pc:spChg chg="add del mod ord">
          <ac:chgData name="Manoj kumar" userId="732ecbd11342b806" providerId="LiveId" clId="{980E1360-033C-4367-BCCA-F73E405BF0BB}" dt="2026-09-08T09:27:01.450" v="157" actId="700"/>
          <ac:spMkLst>
            <pc:docMk/>
            <pc:sldMk cId="3696770303" sldId="315"/>
            <ac:spMk id="2" creationId="{EDF0551C-23B0-413D-E82D-14346E516CF3}"/>
          </ac:spMkLst>
        </pc:spChg>
        <pc:spChg chg="mod ord">
          <ac:chgData name="Manoj kumar" userId="732ecbd11342b806" providerId="LiveId" clId="{980E1360-033C-4367-BCCA-F73E405BF0BB}" dt="2026-09-08T09:27:16.623" v="159" actId="700"/>
          <ac:spMkLst>
            <pc:docMk/>
            <pc:sldMk cId="3696770303" sldId="315"/>
            <ac:spMk id="3" creationId="{EBF2FBC7-3552-4F01-BB27-8BEEE74F7277}"/>
          </ac:spMkLst>
        </pc:spChg>
        <pc:spChg chg="add del mod ord">
          <ac:chgData name="Manoj kumar" userId="732ecbd11342b806" providerId="LiveId" clId="{980E1360-033C-4367-BCCA-F73E405BF0BB}" dt="2026-09-08T09:27:16.623" v="159" actId="700"/>
          <ac:spMkLst>
            <pc:docMk/>
            <pc:sldMk cId="3696770303" sldId="315"/>
            <ac:spMk id="4" creationId="{05E25D2D-1BD3-F54F-FC08-BE8C5BEDDC87}"/>
          </ac:spMkLst>
        </pc:spChg>
        <pc:spChg chg="add mod">
          <ac:chgData name="Manoj kumar" userId="732ecbd11342b806" providerId="LiveId" clId="{980E1360-033C-4367-BCCA-F73E405BF0BB}" dt="2026-09-08T09:56:09.527" v="289" actId="27636"/>
          <ac:spMkLst>
            <pc:docMk/>
            <pc:sldMk cId="3696770303" sldId="315"/>
            <ac:spMk id="7" creationId="{976722E4-7D7A-EDF3-6E04-9FC39916C2E3}"/>
          </ac:spMkLst>
        </pc:spChg>
        <pc:spChg chg="add mod">
          <ac:chgData name="Manoj kumar" userId="732ecbd11342b806" providerId="LiveId" clId="{980E1360-033C-4367-BCCA-F73E405BF0BB}" dt="2026-09-08T09:27:44.657" v="163"/>
          <ac:spMkLst>
            <pc:docMk/>
            <pc:sldMk cId="3696770303" sldId="315"/>
            <ac:spMk id="8" creationId="{0555D384-8C02-E7D0-9AB1-71B46F061D19}"/>
          </ac:spMkLst>
        </pc:spChg>
      </pc:sldChg>
      <pc:sldChg chg="modSp mod">
        <pc:chgData name="Manoj kumar" userId="732ecbd11342b806" providerId="LiveId" clId="{980E1360-033C-4367-BCCA-F73E405BF0BB}" dt="2026-09-08T09:34:49.400" v="197" actId="14100"/>
        <pc:sldMkLst>
          <pc:docMk/>
          <pc:sldMk cId="3098548442" sldId="327"/>
        </pc:sldMkLst>
        <pc:spChg chg="mod">
          <ac:chgData name="Manoj kumar" userId="732ecbd11342b806" providerId="LiveId" clId="{980E1360-033C-4367-BCCA-F73E405BF0BB}" dt="2026-09-08T09:34:49.400" v="197" actId="14100"/>
          <ac:spMkLst>
            <pc:docMk/>
            <pc:sldMk cId="3098548442" sldId="327"/>
            <ac:spMk id="2" creationId="{E46E4DD1-270B-4C80-AFF0-EB26F132AF36}"/>
          </ac:spMkLst>
        </pc:spChg>
      </pc:sldChg>
      <pc:sldChg chg="modSp mod modAnim">
        <pc:chgData name="Manoj kumar" userId="732ecbd11342b806" providerId="LiveId" clId="{980E1360-033C-4367-BCCA-F73E405BF0BB}" dt="2026-09-08T09:57:01.852" v="317" actId="20577"/>
        <pc:sldMkLst>
          <pc:docMk/>
          <pc:sldMk cId="48075006" sldId="329"/>
        </pc:sldMkLst>
        <pc:spChg chg="mod">
          <ac:chgData name="Manoj kumar" userId="732ecbd11342b806" providerId="LiveId" clId="{980E1360-033C-4367-BCCA-F73E405BF0BB}" dt="2026-09-08T09:57:01.852" v="317" actId="20577"/>
          <ac:spMkLst>
            <pc:docMk/>
            <pc:sldMk cId="48075006" sldId="329"/>
            <ac:spMk id="2" creationId="{664E3B60-2780-459A-8583-F095D5E7463A}"/>
          </ac:spMkLst>
        </pc:spChg>
      </pc:sldChg>
      <pc:sldChg chg="modSp mod modAnim">
        <pc:chgData name="Manoj kumar" userId="732ecbd11342b806" providerId="LiveId" clId="{980E1360-033C-4367-BCCA-F73E405BF0BB}" dt="2026-09-07T18:31:19.302" v="125" actId="1076"/>
        <pc:sldMkLst>
          <pc:docMk/>
          <pc:sldMk cId="1604013440" sldId="338"/>
        </pc:sldMkLst>
        <pc:spChg chg="mod">
          <ac:chgData name="Manoj kumar" userId="732ecbd11342b806" providerId="LiveId" clId="{980E1360-033C-4367-BCCA-F73E405BF0BB}" dt="2026-09-07T18:30:12.798" v="117" actId="1076"/>
          <ac:spMkLst>
            <pc:docMk/>
            <pc:sldMk cId="1604013440" sldId="338"/>
            <ac:spMk id="2" creationId="{7201737A-B873-4D1D-8A41-5ABF5184BC8F}"/>
          </ac:spMkLst>
        </pc:spChg>
        <pc:spChg chg="mod">
          <ac:chgData name="Manoj kumar" userId="732ecbd11342b806" providerId="LiveId" clId="{980E1360-033C-4367-BCCA-F73E405BF0BB}" dt="2026-09-07T18:31:19.302" v="125" actId="1076"/>
          <ac:spMkLst>
            <pc:docMk/>
            <pc:sldMk cId="1604013440" sldId="338"/>
            <ac:spMk id="3" creationId="{17F04107-8754-E47D-3375-529E689711FA}"/>
          </ac:spMkLst>
        </pc:spChg>
        <pc:spChg chg="mod">
          <ac:chgData name="Manoj kumar" userId="732ecbd11342b806" providerId="LiveId" clId="{980E1360-033C-4367-BCCA-F73E405BF0BB}" dt="2026-09-07T18:29:05.762" v="4" actId="1076"/>
          <ac:spMkLst>
            <pc:docMk/>
            <pc:sldMk cId="1604013440" sldId="338"/>
            <ac:spMk id="4" creationId="{92056599-CDAA-4367-BEF8-31D6E32518C8}"/>
          </ac:spMkLst>
        </pc:spChg>
      </pc:sldChg>
      <pc:sldChg chg="addSp modSp mod modAnim">
        <pc:chgData name="Manoj kumar" userId="732ecbd11342b806" providerId="LiveId" clId="{980E1360-033C-4367-BCCA-F73E405BF0BB}" dt="2026-09-08T09:57:35.411" v="328" actId="20577"/>
        <pc:sldMkLst>
          <pc:docMk/>
          <pc:sldMk cId="1086225493" sldId="339"/>
        </pc:sldMkLst>
        <pc:spChg chg="add mod">
          <ac:chgData name="Manoj kumar" userId="732ecbd11342b806" providerId="LiveId" clId="{980E1360-033C-4367-BCCA-F73E405BF0BB}" dt="2026-09-08T09:57:35.411" v="328" actId="20577"/>
          <ac:spMkLst>
            <pc:docMk/>
            <pc:sldMk cId="1086225493" sldId="339"/>
            <ac:spMk id="6" creationId="{95D4B84A-5E6F-8F76-4F7A-95B14C4BF48E}"/>
          </ac:spMkLst>
        </pc:spChg>
        <pc:spChg chg="add mod">
          <ac:chgData name="Manoj kumar" userId="732ecbd11342b806" providerId="LiveId" clId="{980E1360-033C-4367-BCCA-F73E405BF0BB}" dt="2026-09-08T09:45:02.126" v="238"/>
          <ac:spMkLst>
            <pc:docMk/>
            <pc:sldMk cId="1086225493" sldId="339"/>
            <ac:spMk id="9" creationId="{41B60BE4-1933-9EFE-C86C-61571FB58F40}"/>
          </ac:spMkLst>
        </pc:spChg>
        <pc:picChg chg="add mod">
          <ac:chgData name="Manoj kumar" userId="732ecbd11342b806" providerId="LiveId" clId="{980E1360-033C-4367-BCCA-F73E405BF0BB}" dt="2026-09-08T09:46:06.874" v="252" actId="14100"/>
          <ac:picMkLst>
            <pc:docMk/>
            <pc:sldMk cId="1086225493" sldId="339"/>
            <ac:picMk id="3" creationId="{F399F3E0-5863-B325-F199-A0B945791DCD}"/>
          </ac:picMkLst>
        </pc:picChg>
      </pc:sldChg>
      <pc:sldChg chg="addSp modSp mod modAnim">
        <pc:chgData name="Manoj kumar" userId="732ecbd11342b806" providerId="LiveId" clId="{980E1360-033C-4367-BCCA-F73E405BF0BB}" dt="2026-09-08T09:57:42.743" v="329" actId="20577"/>
        <pc:sldMkLst>
          <pc:docMk/>
          <pc:sldMk cId="3849627828" sldId="340"/>
        </pc:sldMkLst>
        <pc:spChg chg="add mod">
          <ac:chgData name="Manoj kumar" userId="732ecbd11342b806" providerId="LiveId" clId="{980E1360-033C-4367-BCCA-F73E405BF0BB}" dt="2026-09-08T09:57:42.743" v="329" actId="20577"/>
          <ac:spMkLst>
            <pc:docMk/>
            <pc:sldMk cId="3849627828" sldId="340"/>
            <ac:spMk id="6" creationId="{823B4E1D-6F60-39EF-B4AC-16F8BA54C094}"/>
          </ac:spMkLst>
        </pc:spChg>
        <pc:picChg chg="add mod">
          <ac:chgData name="Manoj kumar" userId="732ecbd11342b806" providerId="LiveId" clId="{980E1360-033C-4367-BCCA-F73E405BF0BB}" dt="2026-09-08T09:47:13.221" v="263" actId="1076"/>
          <ac:picMkLst>
            <pc:docMk/>
            <pc:sldMk cId="3849627828" sldId="340"/>
            <ac:picMk id="3" creationId="{352FF55C-0D86-35AC-1B23-50A7894A7E9F}"/>
          </ac:picMkLst>
        </pc:picChg>
      </pc:sldChg>
      <pc:sldChg chg="addSp delSp modSp mod delAnim modAnim">
        <pc:chgData name="Manoj kumar" userId="732ecbd11342b806" providerId="LiveId" clId="{980E1360-033C-4367-BCCA-F73E405BF0BB}" dt="2026-09-08T09:58:44.208" v="361" actId="113"/>
        <pc:sldMkLst>
          <pc:docMk/>
          <pc:sldMk cId="776828144" sldId="341"/>
        </pc:sldMkLst>
        <pc:spChg chg="add mod">
          <ac:chgData name="Manoj kumar" userId="732ecbd11342b806" providerId="LiveId" clId="{980E1360-033C-4367-BCCA-F73E405BF0BB}" dt="2026-09-08T09:58:44.208" v="361" actId="113"/>
          <ac:spMkLst>
            <pc:docMk/>
            <pc:sldMk cId="776828144" sldId="341"/>
            <ac:spMk id="2" creationId="{2F7FD89E-7D65-DE75-0363-2DB7D956B5F5}"/>
          </ac:spMkLst>
        </pc:spChg>
        <pc:spChg chg="add del mod">
          <ac:chgData name="Manoj kumar" userId="732ecbd11342b806" providerId="LiveId" clId="{980E1360-033C-4367-BCCA-F73E405BF0BB}" dt="2026-09-08T09:36:35.382" v="219"/>
          <ac:spMkLst>
            <pc:docMk/>
            <pc:sldMk cId="776828144" sldId="341"/>
            <ac:spMk id="3" creationId="{80B8481A-ED68-518C-EA63-E6106756863B}"/>
          </ac:spMkLst>
        </pc:spChg>
        <pc:spChg chg="mod">
          <ac:chgData name="Manoj kumar" userId="732ecbd11342b806" providerId="LiveId" clId="{980E1360-033C-4367-BCCA-F73E405BF0BB}" dt="2026-09-08T09:37:30.928" v="225" actId="1076"/>
          <ac:spMkLst>
            <pc:docMk/>
            <pc:sldMk cId="776828144" sldId="341"/>
            <ac:spMk id="4" creationId="{9B097C2C-D75A-31D4-CD9F-366F39CDE51D}"/>
          </ac:spMkLst>
        </pc:spChg>
        <pc:spChg chg="add del mod">
          <ac:chgData name="Manoj kumar" userId="732ecbd11342b806" providerId="LiveId" clId="{980E1360-033C-4367-BCCA-F73E405BF0BB}" dt="2026-09-08T09:36:37.518" v="222"/>
          <ac:spMkLst>
            <pc:docMk/>
            <pc:sldMk cId="776828144" sldId="341"/>
            <ac:spMk id="6" creationId="{938C9E42-DEEF-F8C8-288C-68F6B9F9F5CB}"/>
          </ac:spMkLst>
        </pc:spChg>
        <pc:spChg chg="del">
          <ac:chgData name="Manoj kumar" userId="732ecbd11342b806" providerId="LiveId" clId="{980E1360-033C-4367-BCCA-F73E405BF0BB}" dt="2026-09-08T09:36:28.422" v="216" actId="478"/>
          <ac:spMkLst>
            <pc:docMk/>
            <pc:sldMk cId="776828144" sldId="341"/>
            <ac:spMk id="8" creationId="{2C8A8B73-0C64-E012-F561-D7FE5E322230}"/>
          </ac:spMkLst>
        </pc:spChg>
      </pc:sldChg>
      <pc:sldChg chg="modSp mod">
        <pc:chgData name="Manoj kumar" userId="732ecbd11342b806" providerId="LiveId" clId="{980E1360-033C-4367-BCCA-F73E405BF0BB}" dt="2026-09-08T09:54:31.663" v="283" actId="1076"/>
        <pc:sldMkLst>
          <pc:docMk/>
          <pc:sldMk cId="3863610428" sldId="342"/>
        </pc:sldMkLst>
        <pc:spChg chg="mod">
          <ac:chgData name="Manoj kumar" userId="732ecbd11342b806" providerId="LiveId" clId="{980E1360-033C-4367-BCCA-F73E405BF0BB}" dt="2026-09-08T09:54:31.663" v="283" actId="1076"/>
          <ac:spMkLst>
            <pc:docMk/>
            <pc:sldMk cId="3863610428" sldId="342"/>
            <ac:spMk id="3" creationId="{5F0B37E4-66B1-8633-7266-68B321742757}"/>
          </ac:spMkLst>
        </pc:spChg>
      </pc:sldChg>
      <pc:sldChg chg="addSp modSp mod">
        <pc:chgData name="Manoj kumar" userId="732ecbd11342b806" providerId="LiveId" clId="{980E1360-033C-4367-BCCA-F73E405BF0BB}" dt="2026-09-07T18:33:49.366" v="132" actId="14100"/>
        <pc:sldMkLst>
          <pc:docMk/>
          <pc:sldMk cId="3962802212" sldId="343"/>
        </pc:sldMkLst>
        <pc:picChg chg="add mod">
          <ac:chgData name="Manoj kumar" userId="732ecbd11342b806" providerId="LiveId" clId="{980E1360-033C-4367-BCCA-F73E405BF0BB}" dt="2026-09-07T18:33:49.366" v="132" actId="14100"/>
          <ac:picMkLst>
            <pc:docMk/>
            <pc:sldMk cId="3962802212" sldId="343"/>
            <ac:picMk id="3" creationId="{BB6C53B7-00CB-5D07-07DC-60AA9B5328EC}"/>
          </ac:picMkLst>
        </pc:picChg>
      </pc:sldChg>
      <pc:sldChg chg="addSp modSp mod modAnim">
        <pc:chgData name="Manoj kumar" userId="732ecbd11342b806" providerId="LiveId" clId="{980E1360-033C-4367-BCCA-F73E405BF0BB}" dt="2026-09-08T09:57:49.317" v="331" actId="20577"/>
        <pc:sldMkLst>
          <pc:docMk/>
          <pc:sldMk cId="1698901770" sldId="344"/>
        </pc:sldMkLst>
        <pc:spChg chg="add mod">
          <ac:chgData name="Manoj kumar" userId="732ecbd11342b806" providerId="LiveId" clId="{980E1360-033C-4367-BCCA-F73E405BF0BB}" dt="2026-09-08T09:57:49.317" v="331" actId="20577"/>
          <ac:spMkLst>
            <pc:docMk/>
            <pc:sldMk cId="1698901770" sldId="344"/>
            <ac:spMk id="6" creationId="{2A29D559-F3B8-AC68-599C-DBBE4F859B12}"/>
          </ac:spMkLst>
        </pc:spChg>
        <pc:picChg chg="add mod">
          <ac:chgData name="Manoj kumar" userId="732ecbd11342b806" providerId="LiveId" clId="{980E1360-033C-4367-BCCA-F73E405BF0BB}" dt="2026-09-08T09:48:41.838" v="273" actId="14100"/>
          <ac:picMkLst>
            <pc:docMk/>
            <pc:sldMk cId="1698901770" sldId="344"/>
            <ac:picMk id="3" creationId="{DD5BD045-588A-DDD1-A05B-45989FAE0ACB}"/>
          </ac:picMkLst>
        </pc:picChg>
      </pc:sldChg>
      <pc:sldChg chg="addSp modSp mod modAnim">
        <pc:chgData name="Manoj kumar" userId="732ecbd11342b806" providerId="LiveId" clId="{980E1360-033C-4367-BCCA-F73E405BF0BB}" dt="2026-09-08T09:57:55.773" v="333" actId="20577"/>
        <pc:sldMkLst>
          <pc:docMk/>
          <pc:sldMk cId="1903979828" sldId="345"/>
        </pc:sldMkLst>
        <pc:spChg chg="add mod">
          <ac:chgData name="Manoj kumar" userId="732ecbd11342b806" providerId="LiveId" clId="{980E1360-033C-4367-BCCA-F73E405BF0BB}" dt="2026-09-08T09:57:55.773" v="333" actId="20577"/>
          <ac:spMkLst>
            <pc:docMk/>
            <pc:sldMk cId="1903979828" sldId="345"/>
            <ac:spMk id="6" creationId="{AB4D2CDE-460D-AE2A-5E44-0B63BC90480C}"/>
          </ac:spMkLst>
        </pc:spChg>
        <pc:picChg chg="add mod">
          <ac:chgData name="Manoj kumar" userId="732ecbd11342b806" providerId="LiveId" clId="{980E1360-033C-4367-BCCA-F73E405BF0BB}" dt="2026-09-08T09:49:03.925" v="275" actId="14100"/>
          <ac:picMkLst>
            <pc:docMk/>
            <pc:sldMk cId="1903979828" sldId="345"/>
            <ac:picMk id="3" creationId="{8A3837CA-DD03-872A-8E3D-95F0A8FA60AB}"/>
          </ac:picMkLst>
        </pc:picChg>
      </pc:sldChg>
      <pc:sldChg chg="addSp modSp mod modAnim">
        <pc:chgData name="Manoj kumar" userId="732ecbd11342b806" providerId="LiveId" clId="{980E1360-033C-4367-BCCA-F73E405BF0BB}" dt="2026-09-08T09:58:03.926" v="337" actId="20577"/>
        <pc:sldMkLst>
          <pc:docMk/>
          <pc:sldMk cId="1421522261" sldId="346"/>
        </pc:sldMkLst>
        <pc:spChg chg="add mod">
          <ac:chgData name="Manoj kumar" userId="732ecbd11342b806" providerId="LiveId" clId="{980E1360-033C-4367-BCCA-F73E405BF0BB}" dt="2026-09-08T09:58:03.926" v="337" actId="20577"/>
          <ac:spMkLst>
            <pc:docMk/>
            <pc:sldMk cId="1421522261" sldId="346"/>
            <ac:spMk id="6" creationId="{5003E4B7-E3DF-6D8A-5B28-F2095421017B}"/>
          </ac:spMkLst>
        </pc:spChg>
        <pc:picChg chg="add mod">
          <ac:chgData name="Manoj kumar" userId="732ecbd11342b806" providerId="LiveId" clId="{980E1360-033C-4367-BCCA-F73E405BF0BB}" dt="2026-09-08T09:49:28.625" v="277" actId="14100"/>
          <ac:picMkLst>
            <pc:docMk/>
            <pc:sldMk cId="1421522261" sldId="346"/>
            <ac:picMk id="3" creationId="{2A2905C0-28EF-1E7E-BAE2-FA28B5E065E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5768" y="3418560"/>
            <a:ext cx="6910096" cy="861497"/>
          </a:xfrm>
        </p:spPr>
        <p:txBody>
          <a:bodyPr vert="horz" lIns="91440" tIns="45720" rIns="91440" bIns="45720" rtlCol="0" anchor="t">
            <a:normAutofit/>
          </a:bodyPr>
          <a:lstStyle/>
          <a:p>
            <a:r>
              <a:rPr lang="en-US" b="0" dirty="0">
                <a:solidFill>
                  <a:schemeClr val="tx1"/>
                </a:solidFill>
              </a:rPr>
              <a:t>D A LOKENDRA REDDY</a:t>
            </a:r>
            <a:endParaRPr lang="en-IN" b="0" dirty="0">
              <a:solidFill>
                <a:schemeClr val="tx1"/>
              </a:solidFill>
            </a:endParaRPr>
          </a:p>
          <a:p>
            <a:r>
              <a:rPr lang="en-IN" b="0" dirty="0">
                <a:solidFill>
                  <a:schemeClr val="tx1"/>
                </a:solidFill>
              </a:rPr>
              <a:t>ATRIA INSTITUTE OF TECHNOLOGY</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35768" y="2819767"/>
            <a:ext cx="9781252"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35768" y="4289814"/>
            <a:ext cx="6114322" cy="369332"/>
          </a:xfrm>
          <a:prstGeom prst="rect">
            <a:avLst/>
          </a:prstGeom>
          <a:noFill/>
        </p:spPr>
        <p:txBody>
          <a:bodyPr wrap="square" rtlCol="0">
            <a:spAutoFit/>
          </a:bodyPr>
          <a:lstStyle/>
          <a:p>
            <a:r>
              <a:rPr lang="en-US" b="1" dirty="0"/>
              <a:t>AICTE STU ID : </a:t>
            </a:r>
            <a:r>
              <a:rPr lang="en-US" dirty="0"/>
              <a:t>STU6a6b6a25939401785424421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50536" y="2102230"/>
            <a:ext cx="7145147" cy="4205353"/>
          </a:xfrm>
        </p:spPr>
        <p:txBody>
          <a:bodyPr vert="horz" lIns="91440" tIns="45720" rIns="91440" bIns="45720" rtlCol="0" anchor="t">
            <a:normAutofit fontScale="77500" lnSpcReduction="20000"/>
          </a:bodyPr>
          <a:lstStyle/>
          <a:p>
            <a:pPr>
              <a:lnSpc>
                <a:spcPct val="100000"/>
              </a:lnSpc>
            </a:pPr>
            <a:r>
              <a:rPr lang="en-US" sz="2800" dirty="0"/>
              <a:t>Farming outcomes are shaped by a mix of shifting environmental factors, cultivation methods, resource access, and market dynamics across the year. Because of this, crop and livestock performance tends to vary significantly from season to season. Despite this, unprocessed agricultural records rarely reveal the underlying reasons behind these seasonal shifts or highlight recurring patterns tied to specific weather or growing conditions. This project sets out to examine the provided agricultural dataset in depth, with the goal of uncovering seasonal disparities in farm performance — surfacing meaningful trends, correlations, and irregularities hidden within the raw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a16="http://schemas.microsoft.com/office/drawing/2014/main" id="{976722E4-7D7A-EDF3-6E04-9FC39916C2E3}"/>
              </a:ext>
            </a:extLst>
          </p:cNvPr>
          <p:cNvSpPr>
            <a:spLocks noGrp="1"/>
          </p:cNvSpPr>
          <p:nvPr>
            <p:ph type="body" sz="quarter" idx="12"/>
          </p:nvPr>
        </p:nvSpPr>
        <p:spPr>
          <a:xfrm>
            <a:off x="660399" y="2111560"/>
            <a:ext cx="9015446" cy="3841371"/>
          </a:xfrm>
        </p:spPr>
        <p:txBody>
          <a:bodyPr vert="horz" lIns="91440" tIns="45720" rIns="91440" bIns="45720" rtlCol="0" anchor="t">
            <a:normAutofit lnSpcReduction="10000"/>
          </a:bodyPr>
          <a:lstStyle/>
          <a:p>
            <a:pPr lvl="0"/>
            <a:r>
              <a:rPr lang="en-IN" sz="1600" dirty="0"/>
              <a:t>Dataset of 4,000 records covering 8 states, 10 districts, 8 crops, and 3 seasons (Kharif, Rabi, Zaid)</a:t>
            </a:r>
          </a:p>
          <a:p>
            <a:pPr lvl="0"/>
            <a:r>
              <a:rPr lang="en-IN" sz="1600" dirty="0"/>
              <a:t>Addresses the problem statement that seasonal variations in environmental conditions, farming practices, and resources affect agricultural performance in ways raw data alone doesn't explain</a:t>
            </a:r>
          </a:p>
          <a:p>
            <a:pPr lvl="0"/>
            <a:r>
              <a:rPr lang="en-IN" sz="1600" dirty="0"/>
              <a:t>Investigates how yield, profit, water efficiency, and disease/pest risk vary across seasons</a:t>
            </a:r>
          </a:p>
          <a:p>
            <a:pPr lvl="0"/>
            <a:r>
              <a:rPr lang="en-IN" sz="1600" dirty="0"/>
              <a:t>Built using Python, Pandas, NumPy, Matplotlib, and Seaborn</a:t>
            </a:r>
          </a:p>
          <a:p>
            <a:pPr lvl="0"/>
            <a:r>
              <a:rPr lang="en-IN" sz="1600" dirty="0"/>
              <a:t>Involves data cleaning, statistical analysis, visualization, correlation analysis, and ANOVA significance testing</a:t>
            </a:r>
          </a:p>
          <a:p>
            <a:pPr lvl="0"/>
            <a:r>
              <a:rPr lang="en-IN" sz="1600" dirty="0"/>
              <a:t>Includes 3 original student-designed analyses beyond the core seasonal comparison</a:t>
            </a:r>
          </a:p>
          <a:p>
            <a:pPr lvl="0"/>
            <a:r>
              <a:rPr lang="en-IN" sz="1600" dirty="0"/>
              <a:t>Concludes with 8 evidence-based insights and data-driven recommendations to support evidence-based agricultural planning</a:t>
            </a:r>
          </a:p>
          <a:p>
            <a:pPr lvl="0"/>
            <a:r>
              <a:rPr lang="en-IN" sz="1600" dirty="0"/>
              <a:t>Pure data analytics scope — no machine learning or dashboard development involved</a:t>
            </a:r>
            <a:endParaRPr lang="en-IN" sz="1600" dirty="0">
              <a:effectLst/>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889172" cy="3990023"/>
          </a:xfrm>
        </p:spPr>
        <p:txBody>
          <a:bodyPr>
            <a:normAutofit lnSpcReduction="10000"/>
          </a:bodyPr>
          <a:lstStyle/>
          <a:p>
            <a:pPr lvl="0" algn="just"/>
            <a:r>
              <a:rPr lang="en-IN" sz="1800" b="1" dirty="0"/>
              <a:t>Farmers</a:t>
            </a:r>
            <a:r>
              <a:rPr lang="en-IN" sz="1800" dirty="0"/>
              <a:t> : to understand which seasons, crops, and irrigation methods yield better returns</a:t>
            </a:r>
          </a:p>
          <a:p>
            <a:pPr lvl="0" algn="just"/>
            <a:r>
              <a:rPr lang="en-IN" sz="1800" b="1" dirty="0"/>
              <a:t>Agricultural policymakers or government bodies</a:t>
            </a:r>
            <a:r>
              <a:rPr lang="en-IN" sz="1800" dirty="0"/>
              <a:t> : to plan season-specific support schemes, subsidies, or advisories</a:t>
            </a:r>
          </a:p>
          <a:p>
            <a:pPr lvl="0" algn="just"/>
            <a:r>
              <a:rPr lang="en-IN" sz="1800" b="1" dirty="0"/>
              <a:t>Agri-extension officers or advisors</a:t>
            </a:r>
            <a:r>
              <a:rPr lang="en-IN" sz="1800" dirty="0"/>
              <a:t> : to guide farmers on crop and resource choices per season</a:t>
            </a:r>
          </a:p>
          <a:p>
            <a:pPr lvl="0" algn="just"/>
            <a:r>
              <a:rPr lang="en-IN" sz="1800" b="1" dirty="0"/>
              <a:t>Agricultural researchers and students</a:t>
            </a:r>
            <a:r>
              <a:rPr lang="en-IN" sz="1800" dirty="0"/>
              <a:t> : to build on this analysis for deeper regional or crop-specific studies</a:t>
            </a:r>
          </a:p>
          <a:p>
            <a:pPr lvl="0" algn="just"/>
            <a:r>
              <a:rPr lang="en-IN" sz="1800" b="1" dirty="0"/>
              <a:t>Financial institutions (</a:t>
            </a:r>
            <a:r>
              <a:rPr lang="en-IN" sz="1800" b="1" dirty="0" err="1"/>
              <a:t>agri</a:t>
            </a:r>
            <a:r>
              <a:rPr lang="en-IN" sz="1800" b="1" dirty="0"/>
              <a:t>-lenders, insurers)</a:t>
            </a:r>
            <a:r>
              <a:rPr lang="en-IN" sz="1800" dirty="0"/>
              <a:t> : to assess seasonal risk when offering crop loans or insurance</a:t>
            </a:r>
          </a:p>
          <a:p>
            <a:pPr lvl="0" algn="just"/>
            <a:r>
              <a:rPr lang="en-IN" sz="1800" b="1" dirty="0"/>
              <a:t>Agribusiness and supply chain planners</a:t>
            </a:r>
            <a:r>
              <a:rPr lang="en-IN" sz="1800" dirty="0"/>
              <a:t> : to anticipate seasonal production and profitability trends for planning procurement</a:t>
            </a:r>
          </a:p>
          <a:p>
            <a:pPr algn="just">
              <a:lnSpc>
                <a:spcPct val="150000"/>
              </a:lnSpc>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463105"/>
            <a:ext cx="9027702" cy="5243448"/>
          </a:xfrm>
        </p:spPr>
        <p:txBody>
          <a:bodyPr/>
          <a:lstStyle/>
          <a:p>
            <a:pPr lvl="0"/>
            <a:r>
              <a:rPr lang="en-IN" b="1" dirty="0"/>
              <a:t>Language:</a:t>
            </a:r>
            <a:r>
              <a:rPr lang="en-IN" dirty="0"/>
              <a:t> Python</a:t>
            </a:r>
          </a:p>
          <a:p>
            <a:pPr lvl="0"/>
            <a:r>
              <a:rPr lang="en-IN" b="1" dirty="0"/>
              <a:t>Data Handling:</a:t>
            </a:r>
            <a:r>
              <a:rPr lang="en-IN" dirty="0"/>
              <a:t> Pandas, NumPy</a:t>
            </a:r>
          </a:p>
          <a:p>
            <a:pPr lvl="0"/>
            <a:r>
              <a:rPr lang="en-IN" b="1" dirty="0"/>
              <a:t>Visualization:</a:t>
            </a:r>
            <a:r>
              <a:rPr lang="en-IN" dirty="0"/>
              <a:t> Matplotlib, Seaborn</a:t>
            </a:r>
          </a:p>
          <a:p>
            <a:pPr lvl="0"/>
            <a:r>
              <a:rPr lang="en-IN" b="1" dirty="0"/>
              <a:t>Statistical Analysis:</a:t>
            </a:r>
            <a:r>
              <a:rPr lang="en-IN" dirty="0"/>
              <a:t> SciPy (ANOVA or hypothesis testing)</a:t>
            </a:r>
          </a:p>
          <a:p>
            <a:pPr lvl="0"/>
            <a:r>
              <a:rPr lang="en-IN" b="1" dirty="0"/>
              <a:t>Environment:</a:t>
            </a:r>
            <a:r>
              <a:rPr lang="en-IN" dirty="0"/>
              <a:t> Google </a:t>
            </a:r>
            <a:r>
              <a:rPr lang="en-IN" dirty="0" err="1"/>
              <a:t>Colab</a:t>
            </a:r>
            <a:r>
              <a:rPr lang="en-IN" dirty="0"/>
              <a:t> (Jupyter Notebook)</a:t>
            </a:r>
          </a:p>
          <a:p>
            <a:pPr lvl="0"/>
            <a:r>
              <a:rPr lang="en-IN" b="1" dirty="0"/>
              <a:t>Data Storage:</a:t>
            </a:r>
            <a:r>
              <a:rPr lang="en-IN" dirty="0"/>
              <a:t> CSV (Comma Separated Values) dataset</a:t>
            </a:r>
          </a:p>
          <a:p>
            <a:pPr lvl="0"/>
            <a:r>
              <a:rPr lang="en-IN" b="1" dirty="0"/>
              <a:t>Version or File Management:</a:t>
            </a:r>
            <a:r>
              <a:rPr lang="en-IN" dirty="0"/>
              <a:t> Google Drive integration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399F3E0-5863-B325-F199-A0B945791DCD}"/>
              </a:ext>
            </a:extLst>
          </p:cNvPr>
          <p:cNvPicPr>
            <a:picLocks noChangeAspect="1"/>
          </p:cNvPicPr>
          <p:nvPr/>
        </p:nvPicPr>
        <p:blipFill>
          <a:blip r:embed="rId3"/>
          <a:stretch>
            <a:fillRect/>
          </a:stretch>
        </p:blipFill>
        <p:spPr>
          <a:xfrm>
            <a:off x="675957" y="1365564"/>
            <a:ext cx="8113480" cy="3550987"/>
          </a:xfrm>
          <a:prstGeom prst="rect">
            <a:avLst/>
          </a:prstGeom>
        </p:spPr>
      </p:pic>
      <p:sp>
        <p:nvSpPr>
          <p:cNvPr id="6" name="Text Placeholder 1">
            <a:extLst>
              <a:ext uri="{FF2B5EF4-FFF2-40B4-BE49-F238E27FC236}">
                <a16:creationId xmlns:a16="http://schemas.microsoft.com/office/drawing/2014/main" id="{95D4B84A-5E6F-8F76-4F7A-95B14C4BF48E}"/>
              </a:ext>
            </a:extLst>
          </p:cNvPr>
          <p:cNvSpPr>
            <a:spLocks noGrp="1"/>
          </p:cNvSpPr>
          <p:nvPr>
            <p:ph type="body" sz="quarter" idx="12"/>
          </p:nvPr>
        </p:nvSpPr>
        <p:spPr>
          <a:xfrm>
            <a:off x="508007" y="5150156"/>
            <a:ext cx="8393398" cy="1238129"/>
          </a:xfrm>
        </p:spPr>
        <p:txBody>
          <a:bodyPr vert="horz" lIns="91440" tIns="45720" rIns="91440" bIns="45720" rtlCol="0" anchor="t">
            <a:normAutofit/>
          </a:bodyPr>
          <a:lstStyle/>
          <a:p>
            <a:pPr algn="just">
              <a:lnSpc>
                <a:spcPct val="100000"/>
              </a:lnSpc>
            </a:pPr>
            <a:r>
              <a:rPr lang="en-IN" sz="1800" dirty="0" err="1"/>
              <a:t>Rainfall_mm</a:t>
            </a:r>
            <a:r>
              <a:rPr lang="en-IN" sz="1800" dirty="0"/>
              <a:t> has the most missing values (48), followed by </a:t>
            </a:r>
            <a:r>
              <a:rPr lang="en-IN" sz="1800" dirty="0" err="1"/>
              <a:t>Soil_Moisture_pct</a:t>
            </a:r>
            <a:r>
              <a:rPr lang="en-IN" sz="1800" dirty="0"/>
              <a:t> (40), then </a:t>
            </a:r>
            <a:r>
              <a:rPr lang="en-IN" sz="1800" dirty="0" err="1"/>
              <a:t>Yield_Tonnes_Ha</a:t>
            </a:r>
            <a:r>
              <a:rPr lang="en-IN" sz="1800" dirty="0"/>
              <a:t> (32)  all small enough (under 1.25% each) to safely fill with the median instead of dropping rows.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fade">
                                      <p:cBhvr>
                                        <p:cTn id="28" dur="1000"/>
                                        <p:tgtEl>
                                          <p:spTgt spid="6">
                                            <p:txEl>
                                              <p:pRg st="0" end="0"/>
                                            </p:txEl>
                                          </p:spTgt>
                                        </p:tgtEl>
                                      </p:cBhvr>
                                    </p:animEffect>
                                    <p:anim calcmode="lin" valueType="num">
                                      <p:cBhvr>
                                        <p:cTn id="29"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52FF55C-0D86-35AC-1B23-50A7894A7E9F}"/>
              </a:ext>
            </a:extLst>
          </p:cNvPr>
          <p:cNvPicPr>
            <a:picLocks noChangeAspect="1"/>
          </p:cNvPicPr>
          <p:nvPr/>
        </p:nvPicPr>
        <p:blipFill>
          <a:blip r:embed="rId3"/>
          <a:stretch>
            <a:fillRect/>
          </a:stretch>
        </p:blipFill>
        <p:spPr>
          <a:xfrm>
            <a:off x="807164" y="1400419"/>
            <a:ext cx="7567316" cy="3582955"/>
          </a:xfrm>
          <a:prstGeom prst="rect">
            <a:avLst/>
          </a:prstGeom>
        </p:spPr>
      </p:pic>
      <p:sp>
        <p:nvSpPr>
          <p:cNvPr id="6" name="Text Placeholder 1">
            <a:extLst>
              <a:ext uri="{FF2B5EF4-FFF2-40B4-BE49-F238E27FC236}">
                <a16:creationId xmlns:a16="http://schemas.microsoft.com/office/drawing/2014/main" id="{823B4E1D-6F60-39EF-B4AC-16F8BA54C094}"/>
              </a:ext>
            </a:extLst>
          </p:cNvPr>
          <p:cNvSpPr txBox="1">
            <a:spLocks/>
          </p:cNvSpPr>
          <p:nvPr/>
        </p:nvSpPr>
        <p:spPr>
          <a:xfrm>
            <a:off x="517337" y="5249282"/>
            <a:ext cx="8393398" cy="123812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Profit is heavily right-skewed and </a:t>
            </a:r>
            <a:r>
              <a:rPr lang="en-IN" sz="1800" dirty="0" err="1"/>
              <a:t>centered</a:t>
            </a:r>
            <a:r>
              <a:rPr lang="en-IN" sz="1800" dirty="0"/>
              <a:t> near ₹0  most farms cluster in a tight band around break-even (some slightly negative, some slightly positive), with a long tail of high-profit outliers stretching out to ₹4 million.</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D5BD045-588A-DDD1-A05B-45989FAE0ACB}"/>
              </a:ext>
            </a:extLst>
          </p:cNvPr>
          <p:cNvPicPr>
            <a:picLocks noChangeAspect="1"/>
          </p:cNvPicPr>
          <p:nvPr/>
        </p:nvPicPr>
        <p:blipFill>
          <a:blip r:embed="rId3"/>
          <a:stretch>
            <a:fillRect/>
          </a:stretch>
        </p:blipFill>
        <p:spPr>
          <a:xfrm>
            <a:off x="675957" y="1275371"/>
            <a:ext cx="8150802" cy="3991436"/>
          </a:xfrm>
          <a:prstGeom prst="rect">
            <a:avLst/>
          </a:prstGeom>
        </p:spPr>
      </p:pic>
      <p:sp>
        <p:nvSpPr>
          <p:cNvPr id="6" name="Text Placeholder 1">
            <a:extLst>
              <a:ext uri="{FF2B5EF4-FFF2-40B4-BE49-F238E27FC236}">
                <a16:creationId xmlns:a16="http://schemas.microsoft.com/office/drawing/2014/main" id="{2A29D559-F3B8-AC68-599C-DBBE4F859B12}"/>
              </a:ext>
            </a:extLst>
          </p:cNvPr>
          <p:cNvSpPr txBox="1">
            <a:spLocks/>
          </p:cNvSpPr>
          <p:nvPr/>
        </p:nvSpPr>
        <p:spPr>
          <a:xfrm>
            <a:off x="517337" y="5390826"/>
            <a:ext cx="8393398" cy="123812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The three seasons look nearly identical all have tightly compressed boxes near 0–5 t/ha with a long stack of high-yield outliers (up to ~100 t/ha, from Sugarcane), confirming that yield doesn't meaningfully differ by season.</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A3837CA-DD03-872A-8E3D-95F0A8FA60AB}"/>
              </a:ext>
            </a:extLst>
          </p:cNvPr>
          <p:cNvPicPr>
            <a:picLocks noChangeAspect="1"/>
          </p:cNvPicPr>
          <p:nvPr/>
        </p:nvPicPr>
        <p:blipFill>
          <a:blip r:embed="rId3"/>
          <a:stretch>
            <a:fillRect/>
          </a:stretch>
        </p:blipFill>
        <p:spPr>
          <a:xfrm>
            <a:off x="476905" y="1201586"/>
            <a:ext cx="8872368" cy="3870147"/>
          </a:xfrm>
          <a:prstGeom prst="rect">
            <a:avLst/>
          </a:prstGeom>
        </p:spPr>
      </p:pic>
      <p:sp>
        <p:nvSpPr>
          <p:cNvPr id="6" name="Text Placeholder 1">
            <a:extLst>
              <a:ext uri="{FF2B5EF4-FFF2-40B4-BE49-F238E27FC236}">
                <a16:creationId xmlns:a16="http://schemas.microsoft.com/office/drawing/2014/main" id="{AB4D2CDE-460D-AE2A-5E44-0B63BC90480C}"/>
              </a:ext>
            </a:extLst>
          </p:cNvPr>
          <p:cNvSpPr txBox="1">
            <a:spLocks/>
          </p:cNvSpPr>
          <p:nvPr/>
        </p:nvSpPr>
        <p:spPr>
          <a:xfrm>
            <a:off x="517337" y="5249282"/>
            <a:ext cx="8393398" cy="123812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The relationship is weak most points sit flat near 0 regardless of farm area, but a fanned-out upper band shows production rising with area for some crops (likely Sugarcane), meaning farm size alone doesn't reliably predict production; crop type matters more.</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A2905C0-28EF-1E7E-BAE2-FA28B5E065E4}"/>
              </a:ext>
            </a:extLst>
          </p:cNvPr>
          <p:cNvPicPr>
            <a:picLocks noChangeAspect="1"/>
          </p:cNvPicPr>
          <p:nvPr/>
        </p:nvPicPr>
        <p:blipFill>
          <a:blip r:embed="rId3"/>
          <a:stretch>
            <a:fillRect/>
          </a:stretch>
        </p:blipFill>
        <p:spPr>
          <a:xfrm>
            <a:off x="807164" y="1431693"/>
            <a:ext cx="7646372" cy="3517095"/>
          </a:xfrm>
          <a:prstGeom prst="rect">
            <a:avLst/>
          </a:prstGeom>
        </p:spPr>
      </p:pic>
      <p:sp>
        <p:nvSpPr>
          <p:cNvPr id="6" name="Text Placeholder 1">
            <a:extLst>
              <a:ext uri="{FF2B5EF4-FFF2-40B4-BE49-F238E27FC236}">
                <a16:creationId xmlns:a16="http://schemas.microsoft.com/office/drawing/2014/main" id="{5003E4B7-E3DF-6D8A-5B28-F2095421017B}"/>
              </a:ext>
            </a:extLst>
          </p:cNvPr>
          <p:cNvSpPr txBox="1">
            <a:spLocks/>
          </p:cNvSpPr>
          <p:nvPr/>
        </p:nvSpPr>
        <p:spPr>
          <a:xfrm>
            <a:off x="517336" y="5249282"/>
            <a:ext cx="8505365" cy="1238129"/>
          </a:xfrm>
          <a:prstGeom prst="rect">
            <a:avLst/>
          </a:prstGeom>
        </p:spPr>
        <p:txBody>
          <a:bodyPr vert="horz" lIns="91440" tIns="45720" rIns="91440" bIns="45720" rtlCol="0" anchor="t">
            <a:normAutofit fontScale="92500" lnSpcReduction="2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Temperature, Rainfall, and Humidity each cluster into clearly separate </a:t>
            </a:r>
            <a:r>
              <a:rPr lang="en-IN" sz="1800" dirty="0" err="1"/>
              <a:t>colors</a:t>
            </a:r>
            <a:r>
              <a:rPr lang="en-IN" sz="1800" dirty="0"/>
              <a:t> by season confirming the seasons are environmentally distinct but the two rightmost columns (Yield, Profit, cut off here) show </a:t>
            </a:r>
            <a:r>
              <a:rPr lang="en-IN" sz="1800" dirty="0" err="1"/>
              <a:t>colors</a:t>
            </a:r>
            <a:r>
              <a:rPr lang="en-IN" sz="1800" dirty="0"/>
              <a:t> overlapping rather than separating, reinforcing that seasonal identity shapes the </a:t>
            </a:r>
            <a:r>
              <a:rPr lang="en-IN" sz="1800" i="1" dirty="0"/>
              <a:t>environment</a:t>
            </a:r>
            <a:r>
              <a:rPr lang="en-IN" sz="1800" dirty="0"/>
              <a:t> strongly but not the </a:t>
            </a:r>
            <a:r>
              <a:rPr lang="en-IN" sz="1800" i="1" dirty="0"/>
              <a:t>output</a:t>
            </a:r>
            <a:r>
              <a:rPr lang="en-IN" sz="1800" dirty="0"/>
              <a:t> nearly as much.</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889085"/>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2F7FD89E-7D65-DE75-0363-2DB7D956B5F5}"/>
              </a:ext>
            </a:extLst>
          </p:cNvPr>
          <p:cNvSpPr>
            <a:spLocks noGrp="1"/>
          </p:cNvSpPr>
          <p:nvPr>
            <p:ph type="body" sz="quarter" idx="12"/>
          </p:nvPr>
        </p:nvSpPr>
        <p:spPr>
          <a:xfrm>
            <a:off x="582651" y="2015233"/>
            <a:ext cx="8300092" cy="4730799"/>
          </a:xfrm>
        </p:spPr>
        <p:txBody>
          <a:bodyPr vert="horz" lIns="91440" tIns="45720" rIns="91440" bIns="45720" rtlCol="0" anchor="t">
            <a:normAutofit fontScale="40000" lnSpcReduction="20000"/>
          </a:bodyPr>
          <a:lstStyle/>
          <a:p>
            <a:pPr lvl="0" algn="just"/>
            <a:r>
              <a:rPr lang="en-IN" sz="4000" dirty="0"/>
              <a:t>Extend the dataset to multiple years to validate whether seasonal patterns hold consistently over time and under changing climate conditions</a:t>
            </a:r>
          </a:p>
          <a:p>
            <a:pPr lvl="0" algn="just"/>
            <a:r>
              <a:rPr lang="en-IN" sz="4000" dirty="0"/>
              <a:t>Expand geographic coverage beyond the current 8 states for broader national-level applicability</a:t>
            </a:r>
          </a:p>
          <a:p>
            <a:pPr lvl="0" algn="just"/>
            <a:r>
              <a:rPr lang="en-IN" sz="4000" dirty="0"/>
              <a:t>Incorporate machine learning models (e.g., yield or profit prediction) as a natural next step beyond this analytics-only scope</a:t>
            </a:r>
          </a:p>
          <a:p>
            <a:pPr lvl="0" algn="just"/>
            <a:r>
              <a:rPr lang="en-IN" sz="4000" dirty="0"/>
              <a:t>Build an interactive dashboard for real-time seasonal monitoring and decision support for farmers and policymakers</a:t>
            </a:r>
          </a:p>
          <a:p>
            <a:pPr lvl="0" algn="just"/>
            <a:r>
              <a:rPr lang="en-IN" sz="4000" dirty="0"/>
              <a:t>Investigate causal factors behind key findings for example why Zaid's water efficiency lags, or what drives </a:t>
            </a:r>
            <a:r>
              <a:rPr lang="en-IN" sz="4000" dirty="0" err="1"/>
              <a:t>Kharif's</a:t>
            </a:r>
            <a:r>
              <a:rPr lang="en-IN" sz="4000" dirty="0"/>
              <a:t> elevated disease or pest risk through targeted field studies</a:t>
            </a:r>
          </a:p>
          <a:p>
            <a:pPr lvl="0" algn="just"/>
            <a:r>
              <a:rPr lang="en-IN" sz="4000" dirty="0"/>
              <a:t>Integrate real-time weather and market price data to make recommendations more dynamic and responsive</a:t>
            </a:r>
          </a:p>
          <a:p>
            <a:pPr lvl="0" algn="just"/>
            <a:r>
              <a:rPr lang="en-IN" sz="4000" dirty="0"/>
              <a:t>Study cost-efficiency interventions (e.g., drip irrigation adoption in Zaid) with before/after impact analysis</a:t>
            </a:r>
          </a:p>
          <a:p>
            <a:pPr lvl="0" algn="just"/>
            <a:r>
              <a:rPr lang="en-IN" sz="4000" dirty="0"/>
              <a:t>Extend the seed-quality investigation using more detailed seed attributes, since the current single score showed no measurable effect</a:t>
            </a:r>
          </a:p>
          <a:p>
            <a:pPr>
              <a:lnSpc>
                <a:spcPct val="100000"/>
              </a:lnSpc>
            </a:pPr>
            <a:endParaRPr lang="en-IN" sz="28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fade">
                                      <p:cBhvr>
                                        <p:cTn id="28" dur="1000"/>
                                        <p:tgtEl>
                                          <p:spTgt spid="2">
                                            <p:txEl>
                                              <p:pRg st="1" end="1"/>
                                            </p:txEl>
                                          </p:spTgt>
                                        </p:tgtEl>
                                      </p:cBhvr>
                                    </p:animEffect>
                                    <p:anim calcmode="lin" valueType="num">
                                      <p:cBhvr>
                                        <p:cTn id="2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1000"/>
                                        <p:tgtEl>
                                          <p:spTgt spid="2">
                                            <p:txEl>
                                              <p:pRg st="2" end="2"/>
                                            </p:txEl>
                                          </p:spTgt>
                                        </p:tgtEl>
                                      </p:cBhvr>
                                    </p:animEffect>
                                    <p:anim calcmode="lin" valueType="num">
                                      <p:cBhvr>
                                        <p:cTn id="3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fade">
                                      <p:cBhvr>
                                        <p:cTn id="42" dur="1000"/>
                                        <p:tgtEl>
                                          <p:spTgt spid="2">
                                            <p:txEl>
                                              <p:pRg st="3" end="3"/>
                                            </p:txEl>
                                          </p:spTgt>
                                        </p:tgtEl>
                                      </p:cBhvr>
                                    </p:animEffect>
                                    <p:anim calcmode="lin" valueType="num">
                                      <p:cBhvr>
                                        <p:cTn id="4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4" end="4"/>
                                            </p:txEl>
                                          </p:spTgt>
                                        </p:tgtEl>
                                        <p:attrNameLst>
                                          <p:attrName>style.visibility</p:attrName>
                                        </p:attrNameLst>
                                      </p:cBhvr>
                                      <p:to>
                                        <p:strVal val="visible"/>
                                      </p:to>
                                    </p:set>
                                    <p:animEffect transition="in" filter="fade">
                                      <p:cBhvr>
                                        <p:cTn id="49" dur="1000"/>
                                        <p:tgtEl>
                                          <p:spTgt spid="2">
                                            <p:txEl>
                                              <p:pRg st="4" end="4"/>
                                            </p:txEl>
                                          </p:spTgt>
                                        </p:tgtEl>
                                      </p:cBhvr>
                                    </p:animEffect>
                                    <p:anim calcmode="lin" valueType="num">
                                      <p:cBhvr>
                                        <p:cTn id="5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5" end="5"/>
                                            </p:txEl>
                                          </p:spTgt>
                                        </p:tgtEl>
                                        <p:attrNameLst>
                                          <p:attrName>style.visibility</p:attrName>
                                        </p:attrNameLst>
                                      </p:cBhvr>
                                      <p:to>
                                        <p:strVal val="visible"/>
                                      </p:to>
                                    </p:set>
                                    <p:animEffect transition="in" filter="fade">
                                      <p:cBhvr>
                                        <p:cTn id="56" dur="1000"/>
                                        <p:tgtEl>
                                          <p:spTgt spid="2">
                                            <p:txEl>
                                              <p:pRg st="5" end="5"/>
                                            </p:txEl>
                                          </p:spTgt>
                                        </p:tgtEl>
                                      </p:cBhvr>
                                    </p:animEffect>
                                    <p:anim calcmode="lin" valueType="num">
                                      <p:cBhvr>
                                        <p:cTn id="57"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6" end="6"/>
                                            </p:txEl>
                                          </p:spTgt>
                                        </p:tgtEl>
                                        <p:attrNameLst>
                                          <p:attrName>style.visibility</p:attrName>
                                        </p:attrNameLst>
                                      </p:cBhvr>
                                      <p:to>
                                        <p:strVal val="visible"/>
                                      </p:to>
                                    </p:set>
                                    <p:animEffect transition="in" filter="fade">
                                      <p:cBhvr>
                                        <p:cTn id="63" dur="1000"/>
                                        <p:tgtEl>
                                          <p:spTgt spid="2">
                                            <p:txEl>
                                              <p:pRg st="6" end="6"/>
                                            </p:txEl>
                                          </p:spTgt>
                                        </p:tgtEl>
                                      </p:cBhvr>
                                    </p:animEffect>
                                    <p:anim calcmode="lin" valueType="num">
                                      <p:cBhvr>
                                        <p:cTn id="6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7" end="7"/>
                                            </p:txEl>
                                          </p:spTgt>
                                        </p:tgtEl>
                                        <p:attrNameLst>
                                          <p:attrName>style.visibility</p:attrName>
                                        </p:attrNameLst>
                                      </p:cBhvr>
                                      <p:to>
                                        <p:strVal val="visible"/>
                                      </p:to>
                                    </p:set>
                                    <p:animEffect transition="in" filter="fade">
                                      <p:cBhvr>
                                        <p:cTn id="70" dur="1000"/>
                                        <p:tgtEl>
                                          <p:spTgt spid="2">
                                            <p:txEl>
                                              <p:pRg st="7" end="7"/>
                                            </p:txEl>
                                          </p:spTgt>
                                        </p:tgtEl>
                                      </p:cBhvr>
                                    </p:animEffect>
                                    <p:anim calcmode="lin" valueType="num">
                                      <p:cBhvr>
                                        <p:cTn id="71"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782669"/>
            <a:ext cx="8407658" cy="646331"/>
          </a:xfrm>
          <a:prstGeom prst="rect">
            <a:avLst/>
          </a:prstGeom>
          <a:noFill/>
        </p:spPr>
        <p:txBody>
          <a:bodyPr wrap="square">
            <a:spAutoFit/>
          </a:bodyPr>
          <a:lstStyle/>
          <a:p>
            <a:r>
              <a:rPr lang="en-US" dirty="0"/>
              <a:t>https://github.com/lokendrareddy-1196/Seasonal-Agriculture-Performance-Analysis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3CE1063C-F8B5-FAFD-F746-885F6970844C}"/>
              </a:ext>
            </a:extLst>
          </p:cNvPr>
          <p:cNvPicPr>
            <a:picLocks noChangeAspect="1"/>
          </p:cNvPicPr>
          <p:nvPr/>
        </p:nvPicPr>
        <p:blipFill>
          <a:blip r:embed="rId3"/>
          <a:stretch>
            <a:fillRect/>
          </a:stretch>
        </p:blipFill>
        <p:spPr>
          <a:xfrm>
            <a:off x="675957" y="1415562"/>
            <a:ext cx="7571228" cy="437015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1418</TotalTime>
  <Words>871</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lokendra reddy</cp:lastModifiedBy>
  <cp:revision>99</cp:revision>
  <dcterms:created xsi:type="dcterms:W3CDTF">2021-07-11T13:13:15Z</dcterms:created>
  <dcterms:modified xsi:type="dcterms:W3CDTF">2026-09-09T16:31:05Z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